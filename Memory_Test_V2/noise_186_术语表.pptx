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术语表：团队常用缩写与黑话对照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【虚构内部测试资料】本文件仅用于 Memori-Vault 本地检索评测，不含真实机密。</a:t>
            </a:r>
          </a:p>
          <a:p>
            <a:pPr>
              <a:defRPr sz="1600"/>
            </a:pPr>
            <a:r>
              <a:t>本文档定期复审，过期内容以最新版本为准。</a:t>
            </a:r>
          </a:p>
          <a:p>
            <a:pPr>
              <a:defRPr sz="1600"/>
            </a:pPr>
            <a:r>
              <a:t>以下内容仅作背景参考，请勿据此回答任何项目的事实性问题。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