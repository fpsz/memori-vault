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竹影前端（FE-47）项目概览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负责人：钱临</a:t>
            </a:r>
          </a:p>
          <a:p>
            <a:pPr>
              <a:defRPr sz="1600"/>
            </a:pPr>
            <a:r>
              <a:t>归属：前端体验组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竹影前端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竹影前端首屏可交互预算 1.8 秒，超出阻断发布。</a:t>
            </a:r>
          </a:p>
          <a:p>
            <a:pPr>
              <a:defRPr sz="1600"/>
            </a:pPr>
            <a:r>
              <a:t>代号 FE-47 的口径以内部资料为准</a:t>
            </a:r>
          </a:p>
          <a:p>
            <a:pPr>
              <a:defRPr sz="1600"/>
            </a:pPr>
            <a:r>
              <a:t>不要套用通用 3 秒首屏经验值。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