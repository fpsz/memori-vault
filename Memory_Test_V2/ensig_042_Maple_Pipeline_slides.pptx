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Maple Pipeline (END-26)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[Fictional internal test material] For Memori-Vault local retrieval evaluation only; contains no real secrets.</a:t>
            </a:r>
          </a:p>
          <a:p>
            <a:pPr>
              <a:defRPr sz="1600"/>
            </a:pPr>
            <a:r>
              <a:t>Owner: Owen Reed</a:t>
            </a:r>
          </a:p>
          <a:p>
            <a:pPr>
              <a:defRPr sz="1600"/>
            </a:pPr>
            <a:r>
              <a:t>Team: Dev Productivity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Maple Pipeline Key 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Maple Pipeline counts a mainline build green within 16 minutes.</a:t>
            </a:r>
          </a:p>
          <a:p>
            <a:pPr>
              <a:defRPr sz="1600"/>
            </a:pPr>
            <a:r>
              <a:t>The rule for code END-26 follows internal material.</a:t>
            </a:r>
          </a:p>
          <a:p>
            <a:pPr>
              <a:defRPr sz="1600"/>
            </a:pPr>
            <a:r>
              <a:t>Do not just answer increase unit-test coverage.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