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秤心成本（COST-58）项目概览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负责人：柏舟</a:t>
            </a:r>
          </a:p>
          <a:p>
            <a:pPr>
              <a:defRPr sz="1600"/>
            </a:pPr>
            <a:r>
              <a:t>归属：成本治理组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秤心成本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秤心成本闲置资源超 7 天自动回收。</a:t>
            </a:r>
          </a:p>
          <a:p>
            <a:pPr>
              <a:defRPr sz="1600"/>
            </a:pPr>
            <a:r>
              <a:t>代号 COST-58 的口径以内部资料为准</a:t>
            </a:r>
          </a:p>
          <a:p>
            <a:pPr>
              <a:defRPr sz="1600"/>
            </a:pPr>
            <a:r>
              <a:t>不要按通用月度清理回答。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