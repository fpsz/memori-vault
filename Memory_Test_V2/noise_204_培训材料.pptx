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培训材料：新人入职安全意识培训讲义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