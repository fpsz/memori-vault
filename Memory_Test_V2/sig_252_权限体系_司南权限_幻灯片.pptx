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司南权限（RBAC-19）项目概览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负责人：易遥</a:t>
            </a:r>
          </a:p>
          <a:p>
            <a:pPr>
              <a:defRPr sz="1600"/>
            </a:pPr>
            <a:r>
              <a:t>归属：权限体系组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司南权限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司南权限高危操作需二次人脸核身。</a:t>
            </a:r>
          </a:p>
          <a:p>
            <a:pPr>
              <a:defRPr sz="1600"/>
            </a:pPr>
            <a:r>
              <a:t>代号 RBAC-19 的口径以内部资料为准</a:t>
            </a:r>
          </a:p>
          <a:p>
            <a:pPr>
              <a:defRPr sz="1600"/>
            </a:pPr>
            <a:r>
              <a:t>不要按通用单因子鉴权回答。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