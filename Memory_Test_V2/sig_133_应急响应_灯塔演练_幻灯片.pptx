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灯塔演练（INC-44）项目概览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负责人：任栎</a:t>
            </a:r>
          </a:p>
          <a:p>
            <a:pPr>
              <a:defRPr sz="1600"/>
            </a:pPr>
            <a:r>
              <a:t>归属：SRE 值班组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灯塔演练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灯塔演练 SEV-2 内部同步频率为每 17 分钟一次。</a:t>
            </a:r>
          </a:p>
          <a:p>
            <a:pPr>
              <a:defRPr sz="1600"/>
            </a:pPr>
            <a:r>
              <a:t>代号 INC-44 的口径以内部资料为准</a:t>
            </a:r>
          </a:p>
          <a:p>
            <a:pPr>
              <a:defRPr sz="1600"/>
            </a:pPr>
            <a:r>
              <a:t>不要按通用 SRE 手册写 30 分钟同步。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