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环境说明：测试与预发环境的使用约定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