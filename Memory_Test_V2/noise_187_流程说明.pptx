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流程说明：报销与差旅申请操作指引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