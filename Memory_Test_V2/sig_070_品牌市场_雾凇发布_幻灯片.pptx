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雾凇发布（MKT-05）项目概览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负责人：沈乔</a:t>
            </a:r>
          </a:p>
          <a:p>
            <a:pPr>
              <a:defRPr sz="1600"/>
            </a:pPr>
            <a:r>
              <a:t>归属：品牌市场部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雾凇发布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雾凇发布目标是 46 家客户中至少 19 家完成闭门演示预约。</a:t>
            </a:r>
          </a:p>
          <a:p>
            <a:pPr>
              <a:defRPr sz="1600"/>
            </a:pPr>
            <a:r>
              <a:t>代号 MKT-05 的口径以内部资料为准</a:t>
            </a:r>
          </a:p>
          <a:p>
            <a:pPr>
              <a:defRPr sz="1600"/>
            </a:pPr>
            <a:r>
              <a:t>不要输出营销通用夸张词。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