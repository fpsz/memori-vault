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黛山评测（MOD-23）项目概览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负责人：卢屿</a:t>
            </a:r>
          </a:p>
          <a:p>
            <a:pPr>
              <a:defRPr sz="1600"/>
            </a:pPr>
            <a:r>
              <a:t>归属：模型治理组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黛山评测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黛山评测要求越权拒答率不低于 0.97。</a:t>
            </a:r>
          </a:p>
          <a:p>
            <a:pPr>
              <a:defRPr sz="1600"/>
            </a:pPr>
            <a:r>
              <a:t>代号 MOD-23 的口径以内部资料为准</a:t>
            </a:r>
          </a:p>
          <a:p>
            <a:pPr>
              <a:defRPr sz="1600"/>
            </a:pPr>
            <a:r>
              <a:t>不要用公开榜单分数代替内部对齐分。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