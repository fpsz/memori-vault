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白鹭工单（CS-08）项目概览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负责人：马溪</a:t>
            </a:r>
          </a:p>
          <a:p>
            <a:pPr>
              <a:defRPr sz="1600"/>
            </a:pPr>
            <a:r>
              <a:t>归属：客户成功部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白鹭工单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白鹭工单 P1 升级 SLA 为 11 分钟。</a:t>
            </a:r>
          </a:p>
          <a:p>
            <a:pPr>
              <a:defRPr sz="1600"/>
            </a:pPr>
            <a:r>
              <a:t>代号 CS-08 的口径以内部资料为准</a:t>
            </a:r>
          </a:p>
          <a:p>
            <a:pPr>
              <a:defRPr sz="1600"/>
            </a:pPr>
            <a:r>
              <a:t>不要套用通用 15/30/60 分钟工单 SLA。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