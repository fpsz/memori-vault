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琥珀条款（LAW-19）项目概览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负责人：魏蓝</a:t>
            </a:r>
          </a:p>
          <a:p>
            <a:pPr>
              <a:defRPr sz="1600"/>
            </a:pPr>
            <a:r>
              <a:t>归属：法务部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琥珀条款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琥珀条款合同回传时限为 5 个工作日，超过标记 amber-delay。</a:t>
            </a:r>
          </a:p>
          <a:p>
            <a:pPr>
              <a:defRPr sz="1600"/>
            </a:pPr>
            <a:r>
              <a:t>代号 LAW-19 的口径以内部资料为准</a:t>
            </a:r>
          </a:p>
          <a:p>
            <a:pPr>
              <a:defRPr sz="1600"/>
            </a:pPr>
            <a:r>
              <a:t>不要写成普通 SaaS 数据处理协议。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