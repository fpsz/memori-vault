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极光账本（AUR-17）项目概览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负责人：林知远</a:t>
            </a:r>
          </a:p>
          <a:p>
            <a:pPr>
              <a:defRPr sz="1600"/>
            </a:pPr>
            <a:r>
              <a:t>归属：企业产品部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极光账本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极光账本一期北极星指标目标为 18,600 张已核销对账单。</a:t>
            </a:r>
          </a:p>
          <a:p>
            <a:pPr>
              <a:defRPr sz="1600"/>
            </a:pPr>
            <a:r>
              <a:t>代号 AUR-17 的口径以内部资料为准</a:t>
            </a:r>
          </a:p>
          <a:p>
            <a:pPr>
              <a:defRPr sz="1600"/>
            </a:pPr>
            <a:r>
              <a:t>不要按通用 SaaS 写成 DAU 或转化率。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