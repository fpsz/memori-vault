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Aurora Ledger (ENX-11)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[Fictional internal test material] For Memori-Vault local retrieval evaluation only; contains no real secrets.</a:t>
            </a:r>
          </a:p>
          <a:p>
            <a:pPr>
              <a:defRPr sz="1600"/>
            </a:pPr>
            <a:r>
              <a:t>Owner: Nathan Lin</a:t>
            </a:r>
          </a:p>
          <a:p>
            <a:pPr>
              <a:defRPr sz="1600"/>
            </a:pPr>
            <a:r>
              <a:t>Team: Enterprise Product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Aurora Ledger Key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Aurora Ledger phase-1 north-star is 21,450 settled statements.</a:t>
            </a:r>
          </a:p>
          <a:p>
            <a:pPr>
              <a:defRPr sz="1600"/>
            </a:pPr>
            <a:r>
              <a:t>The rule for code ENX-11 follows internal material.</a:t>
            </a:r>
          </a:p>
          <a:p>
            <a:pPr>
              <a:defRPr sz="1600"/>
            </a:pPr>
            <a:r>
              <a:t>Do not answer with generic SaaS metrics such as DAU or conversion rate.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