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星图观测（OBSV-34）项目概览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负责人：南风</a:t>
            </a:r>
          </a:p>
          <a:p>
            <a:pPr>
              <a:defRPr sz="1600"/>
            </a:pPr>
            <a:r>
              <a:t>归属：可观测性组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星图观测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星图观测核心链路采样率不低于 20%。</a:t>
            </a:r>
          </a:p>
          <a:p>
            <a:pPr>
              <a:defRPr sz="1600"/>
            </a:pPr>
            <a:r>
              <a:t>代号 OBSV-34 的口径以内部资料为准</a:t>
            </a:r>
          </a:p>
          <a:p>
            <a:pPr>
              <a:defRPr sz="1600"/>
            </a:pPr>
            <a:r>
              <a:t>不要按通用 1% 采样率回答。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