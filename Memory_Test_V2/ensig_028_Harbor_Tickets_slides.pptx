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Harbor Tickets (ENC-08)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Marco Silva</a:t>
            </a:r>
          </a:p>
          <a:p>
            <a:pPr>
              <a:defRPr sz="1600"/>
            </a:pPr>
            <a:r>
              <a:t>Team: Customer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Harbor Tickets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Harbor Tickets P1 escalates in 9 minutes, P2 in 33 minutes.</a:t>
            </a:r>
          </a:p>
          <a:p>
            <a:pPr>
              <a:defRPr sz="1600"/>
            </a:pPr>
            <a:r>
              <a:t>The rule for code ENC-08 follows internal material.</a:t>
            </a:r>
          </a:p>
          <a:p>
            <a:pPr>
              <a:defRPr sz="1600"/>
            </a:pPr>
            <a:r>
              <a:t>Do not apply the generic 15/30/60-minute ticket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