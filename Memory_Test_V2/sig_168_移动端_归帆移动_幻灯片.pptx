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归帆移动（APP-52）项目概览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负责人：孟岚</a:t>
            </a:r>
          </a:p>
          <a:p>
            <a:pPr>
              <a:defRPr sz="1600"/>
            </a:pPr>
            <a:r>
              <a:t>归属：移动端组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归帆移动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归帆移动崩溃率红线为万分之 6。</a:t>
            </a:r>
          </a:p>
          <a:p>
            <a:pPr>
              <a:defRPr sz="1600"/>
            </a:pPr>
            <a:r>
              <a:t>代号 APP-52 的口径以内部资料为准</a:t>
            </a:r>
          </a:p>
          <a:p>
            <a:pPr>
              <a:defRPr sz="1600"/>
            </a:pPr>
            <a:r>
              <a:t>不要用通用千分之一崩溃率回答。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