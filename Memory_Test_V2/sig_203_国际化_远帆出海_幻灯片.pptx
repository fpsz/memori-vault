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远帆出海（I18N-12）项目概览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负责人：於洲</a:t>
            </a:r>
          </a:p>
          <a:p>
            <a:pPr>
              <a:defRPr sz="1600"/>
            </a:pPr>
            <a:r>
              <a:t>归属：国际化组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远帆出海 关键口径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远帆出海欧盟数据落地法兰克福节点。</a:t>
            </a:r>
          </a:p>
          <a:p>
            <a:pPr>
              <a:defRPr sz="1600"/>
            </a:pPr>
            <a:r>
              <a:t>代号 I18N-12 的口径以内部资料为准</a:t>
            </a:r>
          </a:p>
          <a:p>
            <a:pPr>
              <a:defRPr sz="1600"/>
            </a:pPr>
            <a:r>
              <a:t>不要按通用全球统一存储回答。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