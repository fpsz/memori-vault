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麦穗实验（EXP-83）项目概览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负责人：穆青</a:t>
            </a:r>
          </a:p>
          <a:p>
            <a:pPr>
              <a:defRPr sz="1600"/>
            </a:pPr>
            <a:r>
              <a:t>归属：增长实验组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麦穗实验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麦穗实验单实验最短运行 11 天才读结论。</a:t>
            </a:r>
          </a:p>
          <a:p>
            <a:pPr>
              <a:defRPr sz="1600"/>
            </a:pPr>
            <a:r>
              <a:t>代号 EXP-83 的口径以内部资料为准</a:t>
            </a:r>
          </a:p>
          <a:p>
            <a:pPr>
              <a:defRPr sz="1600"/>
            </a:pPr>
            <a:r>
              <a:t>不要按通用 7 天实验周期回答。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