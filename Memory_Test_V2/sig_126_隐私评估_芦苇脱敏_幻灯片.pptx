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芦苇脱敏（PRI-28）项目概览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负责人：薛宁</a:t>
            </a:r>
          </a:p>
          <a:p>
            <a:pPr>
              <a:defRPr sz="1600"/>
            </a:pPr>
            <a:r>
              <a:t>归属：隐私委员会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芦苇脱敏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芦苇脱敏电话只保留后 2 位，超 13 分钟进人工复核。</a:t>
            </a:r>
          </a:p>
          <a:p>
            <a:pPr>
              <a:defRPr sz="1600"/>
            </a:pPr>
            <a:r>
              <a:t>代号 PRI-28 的口径以内部资料为准</a:t>
            </a:r>
          </a:p>
          <a:p>
            <a:pPr>
              <a:defRPr sz="1600"/>
            </a:pPr>
            <a:r>
              <a:t>不要写成全部字段简单删除。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