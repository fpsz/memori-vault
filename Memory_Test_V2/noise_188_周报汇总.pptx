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周报汇总：本周各组进展与风险同步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本文为通用说明，不涉及任何具体项目的对外承诺或内部阈值。</a:t>
            </a:r>
          </a:p>
          <a:p>
            <a:pPr>
              <a:defRPr sz="1600"/>
            </a:pPr>
            <a:r>
              <a:t>本文档定期复审，过期内容以最新版本为准。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