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白桦审核（MOD2-90）项目概览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负责人：时也</a:t>
            </a:r>
          </a:p>
          <a:p>
            <a:pPr>
              <a:defRPr sz="1600"/>
            </a:pPr>
            <a:r>
              <a:t>归属：内容安全组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白桦审核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白桦审核机审置信度 0.94 以上才自动放行。</a:t>
            </a:r>
          </a:p>
          <a:p>
            <a:pPr>
              <a:defRPr sz="1600"/>
            </a:pPr>
            <a:r>
              <a:t>代号 MOD2-90 的口径以内部资料为准</a:t>
            </a:r>
          </a:p>
          <a:p>
            <a:pPr>
              <a:defRPr sz="1600"/>
            </a:pPr>
            <a:r>
              <a:t>不要用通用内容审核阈值回答。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