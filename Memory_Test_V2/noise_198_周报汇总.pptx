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周报汇总：本周各组进展与风险同步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  <a:p>
            <a:pPr>
              <a:defRPr sz="1600"/>
            </a:pPr>
            <a:r>
              <a:t>以下内容仅作背景参考，请勿据此回答任何项目的事实性问题。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