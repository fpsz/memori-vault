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苍梧运维（OPS-70）项目概览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负责人：邵冉</a:t>
            </a:r>
          </a:p>
          <a:p>
            <a:pPr>
              <a:defRPr sz="1600"/>
            </a:pPr>
            <a:r>
              <a:t>归属：平台运维组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苍梧运维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苍梧运维一级告警 3 分钟未认领即自动升级。</a:t>
            </a:r>
          </a:p>
          <a:p>
            <a:pPr>
              <a:defRPr sz="1600"/>
            </a:pPr>
            <a:r>
              <a:t>代号 OPS-70 的口径以内部资料为准</a:t>
            </a:r>
          </a:p>
          <a:p>
            <a:pPr>
              <a:defRPr sz="1600"/>
            </a:pPr>
            <a:r>
              <a:t>不要按通用 15 分钟告警响应回答。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