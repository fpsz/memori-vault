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Retention (ENG-23)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Summer Chen</a:t>
            </a:r>
          </a:p>
          <a:p>
            <a:pPr>
              <a:defRPr sz="1600"/>
            </a:pPr>
            <a:r>
              <a:t>Team: Growth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Retention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Cedar Retention keys its investment pause on a D14 second-creation rate of 32.5%.</a:t>
            </a:r>
          </a:p>
          <a:p>
            <a:pPr>
              <a:defRPr sz="1600"/>
            </a:pPr>
            <a:r>
              <a:t>The rule for code ENG-23 follows internal material.</a:t>
            </a:r>
          </a:p>
          <a:p>
            <a:pPr>
              <a:defRPr sz="1600"/>
            </a:pPr>
            <a:r>
              <a:t>Do not answer with the generic definition of a newly registered user.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