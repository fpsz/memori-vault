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Quartz Budget (ENF-19)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[Fictional internal test material] For Memori-Vault local retrieval evaluation only; contains no real secrets.</a:t>
            </a:r>
          </a:p>
          <a:p>
            <a:pPr>
              <a:defRPr sz="1600"/>
            </a:pPr>
            <a:r>
              <a:t>Owner: Helena Ford</a:t>
            </a:r>
          </a:p>
          <a:p>
            <a:pPr>
              <a:defRPr sz="1600"/>
            </a:pPr>
            <a:r>
              <a:t>Team: Finance 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Quartz Budget Key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Quartz Budget escalates to the CFO when the budget pool drops below 16%.</a:t>
            </a:r>
          </a:p>
          <a:p>
            <a:pPr>
              <a:defRPr sz="1600"/>
            </a:pPr>
            <a:r>
              <a:t>The rule for code ENF-19 follows internal material.</a:t>
            </a:r>
          </a:p>
          <a:p>
            <a:pPr>
              <a:defRPr sz="1600"/>
            </a:pPr>
            <a:r>
              <a:t>Do not answer that a larger amount simply means higher-level approval.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