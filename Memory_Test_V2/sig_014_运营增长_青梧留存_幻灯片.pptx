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青梧留存（GROW-29）项目概览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负责人：陈夏</a:t>
            </a:r>
          </a:p>
          <a:p>
            <a:pPr>
              <a:defRPr sz="1600"/>
            </a:pPr>
            <a:r>
              <a:t>归属：增长运营组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青梧留存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青梧留存的核心阈值是 D14 二次创建率 31.5%。</a:t>
            </a:r>
          </a:p>
          <a:p>
            <a:pPr>
              <a:defRPr sz="1600"/>
            </a:pPr>
            <a:r>
              <a:t>代号 GROW-29 的口径以内部资料为准</a:t>
            </a:r>
          </a:p>
          <a:p>
            <a:pPr>
              <a:defRPr sz="1600"/>
            </a:pPr>
            <a:r>
              <a:t>不要回答行业常见的新注册用户定义。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