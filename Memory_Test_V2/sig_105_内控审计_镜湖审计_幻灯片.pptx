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镜湖审计（AUD-14）项目概览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【虚构内部测试资料】本文件仅用于 Memori-Vault 本地检索评测，不含真实机密。</a:t>
            </a:r>
          </a:p>
          <a:p>
            <a:pPr>
              <a:defRPr sz="1600"/>
            </a:pPr>
            <a:r>
              <a:t>负责人：郝映</a:t>
            </a:r>
          </a:p>
          <a:p>
            <a:pPr>
              <a:defRPr sz="1600"/>
            </a:pPr>
            <a:r>
              <a:t>归属：内控审计组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镜湖审计 关键口径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镜湖审计每次至少追踪申请人、审批人、执行人、复核人 4 个角色。</a:t>
            </a:r>
          </a:p>
          <a:p>
            <a:pPr>
              <a:defRPr sz="1600"/>
            </a:pPr>
            <a:r>
              <a:t>代号 AUD-14 的口径以内部资料为准</a:t>
            </a:r>
          </a:p>
          <a:p>
            <a:pPr>
              <a:defRPr sz="1600"/>
            </a:pPr>
            <a:r>
              <a:t>不要套用通用随机抽样审计。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