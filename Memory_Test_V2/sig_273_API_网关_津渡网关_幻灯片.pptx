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津渡网关（GW-73）项目概览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负责人：司空岭</a:t>
            </a:r>
          </a:p>
          <a:p>
            <a:pPr>
              <a:defRPr sz="1600"/>
            </a:pPr>
            <a:r>
              <a:t>归属：API 网关组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津渡网关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津渡网关单租户默认限流每秒 800 次。</a:t>
            </a:r>
          </a:p>
          <a:p>
            <a:pPr>
              <a:defRPr sz="1600"/>
            </a:pPr>
            <a:r>
              <a:t>代号 GW-73 的口径以内部资料为准</a:t>
            </a:r>
          </a:p>
          <a:p>
            <a:pPr>
              <a:defRPr sz="1600"/>
            </a:pPr>
            <a:r>
              <a:t>不要按通用每秒 100 次限流回答。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