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白川项目概览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r>
              <a:t>白川项目负责人是文澜。</a:t>
            </a:r>
          </a:p>
          <a:p>
            <a:r>
              <a:t>预算明细见右图。</a:t>
            </a:r>
          </a:p>
        </p:txBody>
      </p:sp>
      <p:pic>
        <p:nvPicPr>
          <p:cNvPr id="4" name="Picture 3" descr="img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200400" cy="1280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