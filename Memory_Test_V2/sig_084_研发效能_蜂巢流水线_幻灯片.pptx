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蜂巢流水线（DEV-26）项目概览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【虚构内部测试资料】本文件仅用于 Memori-Vault 本地检索评测，不含真实机密。</a:t>
            </a:r>
          </a:p>
          <a:p>
            <a:pPr>
              <a:defRPr sz="1600"/>
            </a:pPr>
            <a:r>
              <a:t>负责人：于北辰</a:t>
            </a:r>
          </a:p>
          <a:p>
            <a:pPr>
              <a:defRPr sz="1600"/>
            </a:pPr>
            <a:r>
              <a:t>归属：研发效能组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蜂巢流水线 关键口径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蜂巢流水线主干构建 18 分钟内算绿色。</a:t>
            </a:r>
          </a:p>
          <a:p>
            <a:pPr>
              <a:defRPr sz="1600"/>
            </a:pPr>
            <a:r>
              <a:t>代号 DEV-26 的口径以内部资料为准</a:t>
            </a:r>
          </a:p>
          <a:p>
            <a:pPr>
              <a:defRPr sz="1600"/>
            </a:pPr>
            <a:r>
              <a:t>不要只回答提高单测覆盖率。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