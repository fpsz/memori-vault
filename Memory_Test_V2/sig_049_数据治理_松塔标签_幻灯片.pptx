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松塔标签（DATA-12）项目概览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负责人：顾安</a:t>
            </a:r>
          </a:p>
          <a:p>
            <a:pPr>
              <a:defRPr sz="1600"/>
            </a:pPr>
            <a:r>
              <a:t>归属：数据平台组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松塔标签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松塔标签产出延迟 SLO 是 T+38 分钟。</a:t>
            </a:r>
          </a:p>
          <a:p>
            <a:pPr>
              <a:defRPr sz="1600"/>
            </a:pPr>
            <a:r>
              <a:t>代号 DATA-12 的口径以内部资料为准</a:t>
            </a:r>
          </a:p>
          <a:p>
            <a:pPr>
              <a:defRPr sz="1600"/>
            </a:pPr>
            <a:r>
              <a:t>不要按零售常见日活门店口径回答。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