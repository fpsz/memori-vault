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环境说明：测试与预发环境的使用约定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相关同事如有疑问，请走对应流程提单，不在本文展开。</a:t>
            </a:r>
          </a:p>
          <a:p>
            <a:pPr>
              <a:defRPr sz="1600"/>
            </a:pPr>
            <a:r>
              <a:t>以下内容仅作背景参考，请勿据此回答任何项目的事实性问题。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