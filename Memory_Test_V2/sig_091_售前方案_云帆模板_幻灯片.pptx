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云帆模板（PRE-09）项目概览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负责人：梁其</a:t>
            </a:r>
          </a:p>
          <a:p>
            <a:pPr>
              <a:defRPr sz="1600"/>
            </a:pPr>
            <a:r>
              <a:t>归属：解决方案部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云帆模板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云帆模板标准演示 28 分钟，知识库问答控制在 7 分钟内。</a:t>
            </a:r>
          </a:p>
          <a:p>
            <a:pPr>
              <a:defRPr sz="1600"/>
            </a:pPr>
            <a:r>
              <a:t>代号 PRE-09 的口径以内部资料为准</a:t>
            </a:r>
          </a:p>
          <a:p>
            <a:pPr>
              <a:defRPr sz="1600"/>
            </a:pPr>
            <a:r>
              <a:t>不要按通用售前写成越完整越好。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