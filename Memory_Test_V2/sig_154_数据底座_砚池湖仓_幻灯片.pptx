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砚池湖仓（LAKE-38）项目概览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负责人：卫鸣</a:t>
            </a:r>
          </a:p>
          <a:p>
            <a:pPr>
              <a:defRPr sz="1600"/>
            </a:pPr>
            <a:r>
              <a:t>归属：数据底座组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砚池湖仓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砚池湖仓明细层保留 540 天、汇总层永久。</a:t>
            </a:r>
          </a:p>
          <a:p>
            <a:pPr>
              <a:defRPr sz="1600"/>
            </a:pPr>
            <a:r>
              <a:t>代号 LAKE-38 的口径以内部资料为准</a:t>
            </a:r>
          </a:p>
          <a:p>
            <a:pPr>
              <a:defRPr sz="1600"/>
            </a:pPr>
            <a:r>
              <a:t>不要按通用数仓 365 天一刀切。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