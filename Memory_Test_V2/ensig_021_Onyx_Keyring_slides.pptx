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Onyx Keyring (ENS-37)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[Fictional internal test material] For Memori-Vault local retrieval evaluation only; contains no real secrets.</a:t>
            </a:r>
          </a:p>
          <a:p>
            <a:pPr>
              <a:defRPr sz="1600"/>
            </a:pPr>
            <a:r>
              <a:t>Owner: Priya Rao</a:t>
            </a:r>
          </a:p>
          <a:p>
            <a:pPr>
              <a:defRPr sz="1600"/>
            </a:pPr>
            <a:r>
              <a:t>Team: Security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Onyx Keyring Key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Onyx Keyring sets the server-side credential maximum lifetime to 47 days.</a:t>
            </a:r>
          </a:p>
          <a:p>
            <a:pPr>
              <a:defRPr sz="1600"/>
            </a:pPr>
            <a:r>
              <a:t>The rule for code ENS-37 follows internal material.</a:t>
            </a:r>
          </a:p>
          <a:p>
            <a:pPr>
              <a:defRPr sz="1600"/>
            </a:pPr>
            <a:r>
              <a:t>Do not answer with the common 90-day rotation default.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