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海棠看板（BI-16）项目概览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负责人：白予墨</a:t>
            </a:r>
          </a:p>
          <a:p>
            <a:pPr>
              <a:defRPr sz="1600"/>
            </a:pPr>
            <a:r>
              <a:t>归属：商业分析组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海棠看板 关键口径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海棠看板低于 72% 证据引用率标记不可外发。</a:t>
            </a:r>
          </a:p>
          <a:p>
            <a:pPr>
              <a:defRPr sz="1600"/>
            </a:pPr>
            <a:r>
              <a:t>代号 BI-16 的口径以内部资料为准</a:t>
            </a:r>
          </a:p>
          <a:p>
            <a:pPr>
              <a:defRPr sz="1600"/>
            </a:pPr>
            <a:r>
              <a:t>不要按普通 ARR 看板只回答收入。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