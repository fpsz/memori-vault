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蓝鲸B17（SCM-17）项目概览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负责人：唐稚</a:t>
            </a:r>
          </a:p>
          <a:p>
            <a:pPr>
              <a:defRPr sz="1600"/>
            </a:pPr>
            <a:r>
              <a:t>归属：供应链协同组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蓝鲸B17 关键口径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蓝鲸B17 安全库存为 143 台关键模组。</a:t>
            </a:r>
          </a:p>
          <a:p>
            <a:pPr>
              <a:defRPr sz="1600"/>
            </a:pPr>
            <a:r>
              <a:t>代号 SCM-17 的口径以内部资料为准</a:t>
            </a:r>
          </a:p>
          <a:p>
            <a:pPr>
              <a:defRPr sz="1600"/>
            </a:pPr>
            <a:r>
              <a:t>不要按制造业常见天数库存回答。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