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磐安灾备（DR-46）项目概览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负责人：邬桐</a:t>
            </a:r>
          </a:p>
          <a:p>
            <a:pPr>
              <a:defRPr sz="1600"/>
            </a:pPr>
            <a:r>
              <a:t>归属：灾备体系组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磐安灾备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磐安灾备核心库 RTO 不超过 8 分钟。</a:t>
            </a:r>
          </a:p>
          <a:p>
            <a:pPr>
              <a:defRPr sz="1600"/>
            </a:pPr>
            <a:r>
              <a:t>代号 DR-46 的口径以内部资料为准</a:t>
            </a:r>
          </a:p>
          <a:p>
            <a:pPr>
              <a:defRPr sz="1600"/>
            </a:pPr>
            <a:r>
              <a:t>不要按通用小时级 RTO 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