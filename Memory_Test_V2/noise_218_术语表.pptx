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术语表：团队常用缩写与黑话对照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