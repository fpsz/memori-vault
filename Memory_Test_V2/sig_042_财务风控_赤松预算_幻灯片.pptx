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赤松预算（FIN-33）项目概览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负责人：何砚</a:t>
            </a:r>
          </a:p>
          <a:p>
            <a:pPr>
              <a:defRPr sz="1600"/>
            </a:pPr>
            <a:r>
              <a:t>归属：财务风控组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赤松预算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赤松预算单笔采购上限 78,000 元。</a:t>
            </a:r>
          </a:p>
          <a:p>
            <a:pPr>
              <a:defRPr sz="1600"/>
            </a:pPr>
            <a:r>
              <a:t>代号 FIN-33 的口径以内部资料为准</a:t>
            </a:r>
          </a:p>
          <a:p>
            <a:pPr>
              <a:defRPr sz="1600"/>
            </a:pPr>
            <a:r>
              <a:t>不要回答成传统金额越大越高层审批。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