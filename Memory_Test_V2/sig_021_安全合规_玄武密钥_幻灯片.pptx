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玄武密钥（SEC-41）项目概览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负责人：周曼青</a:t>
            </a:r>
          </a:p>
          <a:p>
            <a:pPr>
              <a:defRPr sz="1600"/>
            </a:pPr>
            <a:r>
              <a:t>归属：安全办公室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玄武密钥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玄武密钥服务端密钥最大存活期为 43 天。</a:t>
            </a:r>
          </a:p>
          <a:p>
            <a:pPr>
              <a:defRPr sz="1600"/>
            </a:pPr>
            <a:r>
              <a:t>代号 SEC-41 的口径以内部资料为准</a:t>
            </a:r>
          </a:p>
          <a:p>
            <a:pPr>
              <a:defRPr sz="1600"/>
            </a:pPr>
            <a:r>
              <a:t>不要写成常见的 90 天轮换。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