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繁星推荐（REC-41）项目概览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负责人：宇文澈</a:t>
            </a:r>
          </a:p>
          <a:p>
            <a:pPr>
              <a:defRPr sz="1600"/>
            </a:pPr>
            <a:r>
              <a:t>归属：推荐系统组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繁星推荐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繁星推荐单日同类曝光不超过 5 条。</a:t>
            </a:r>
          </a:p>
          <a:p>
            <a:pPr>
              <a:defRPr sz="1600"/>
            </a:pPr>
            <a:r>
              <a:t>代号 REC-41 的口径以内部资料为准</a:t>
            </a:r>
          </a:p>
          <a:p>
            <a:pPr>
              <a:defRPr sz="1600"/>
            </a:pPr>
            <a:r>
              <a:t>不要按通用无限曝光逻辑回答。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