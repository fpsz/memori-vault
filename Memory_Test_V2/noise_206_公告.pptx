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公告：节假日值班与系统冻结安排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