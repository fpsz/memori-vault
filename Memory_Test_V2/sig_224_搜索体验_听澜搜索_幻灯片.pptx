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听澜搜索（SRCH-29）项目概览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负责人：甘棠</a:t>
            </a:r>
          </a:p>
          <a:p>
            <a:pPr>
              <a:defRPr sz="1600"/>
            </a:pPr>
            <a:r>
              <a:t>归属：搜索体验组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听澜搜索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听澜搜索零结果率红线为 3.5%。</a:t>
            </a:r>
          </a:p>
          <a:p>
            <a:pPr>
              <a:defRPr sz="1600"/>
            </a:pPr>
            <a:r>
              <a:t>代号 SRCH-29 的口径以内部资料为准</a:t>
            </a:r>
          </a:p>
          <a:p>
            <a:pPr>
              <a:defRPr sz="1600"/>
            </a:pPr>
            <a:r>
              <a:t>不要用通用点击率作为搜索好坏标准。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