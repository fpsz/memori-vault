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青简合规（COMP-66）项目概览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负责人：祁年</a:t>
            </a:r>
          </a:p>
          <a:p>
            <a:pPr>
              <a:defRPr sz="1600"/>
            </a:pPr>
            <a:r>
              <a:t>归属：合规审查组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青简合规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青简合规日志最短留存 180 天。</a:t>
            </a:r>
          </a:p>
          <a:p>
            <a:pPr>
              <a:defRPr sz="1600"/>
            </a:pPr>
            <a:r>
              <a:t>代号 COMP-66 的口径以内部资料为准</a:t>
            </a:r>
          </a:p>
          <a:p>
            <a:pPr>
              <a:defRPr sz="1600"/>
            </a:pPr>
            <a:r>
              <a:t>不要按通用 90 天日志留存回答。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