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技术分享：一次内部 RAG 检索调优经验分享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本文为通用说明，不涉及任何具体项目的对外承诺或内部阈值。</a:t>
            </a:r>
          </a:p>
          <a:p>
            <a:pPr>
              <a:defRPr sz="1600"/>
            </a:pPr>
            <a:r>
              <a:t>如与具体项目制度冲突，以对应项目的正式资料为准。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