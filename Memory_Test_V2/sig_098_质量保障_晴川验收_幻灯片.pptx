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晴川验收（QA-31）项目概览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负责人：董霁</a:t>
            </a:r>
          </a:p>
          <a:p>
            <a:pPr>
              <a:defRPr sz="1600"/>
            </a:pPr>
            <a:r>
              <a:t>归属：质量保障部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晴川验收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晴川验收抽样比例固定 17%，核心流程必须 100% 覆盖。</a:t>
            </a:r>
          </a:p>
          <a:p>
            <a:pPr>
              <a:defRPr sz="1600"/>
            </a:pPr>
            <a:r>
              <a:t>代号 QA-31 的口径以内部资料为准</a:t>
            </a:r>
          </a:p>
          <a:p>
            <a:pPr>
              <a:defRPr sz="1600"/>
            </a:pPr>
            <a:r>
              <a:t>不要回答成普通测试通过率。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