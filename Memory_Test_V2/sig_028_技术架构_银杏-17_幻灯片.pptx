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银杏-17（ARC-17）项目概览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负责人：苏澈</a:t>
            </a:r>
          </a:p>
          <a:p>
            <a:pPr>
              <a:defRPr sz="1600"/>
            </a:pPr>
            <a:r>
              <a:t>归属：平台架构组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银杏-17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银杏-17 网关错误率超过 0.47% 持续 6 分钟才回滚。</a:t>
            </a:r>
          </a:p>
          <a:p>
            <a:pPr>
              <a:defRPr sz="1600"/>
            </a:pPr>
            <a:r>
              <a:t>代号 ARC-17 的口径以内部资料为准</a:t>
            </a:r>
          </a:p>
          <a:p>
            <a:pPr>
              <a:defRPr sz="1600"/>
            </a:pPr>
            <a:r>
              <a:t>不要回答成常见的 5% 灰度或任意时间发布。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