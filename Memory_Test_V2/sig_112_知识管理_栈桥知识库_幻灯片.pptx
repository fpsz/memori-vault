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栈桥知识库（KM-07）项目概览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负责人：黎鸥</a:t>
            </a:r>
          </a:p>
          <a:p>
            <a:pPr>
              <a:defRPr sz="1600"/>
            </a:pPr>
            <a:r>
              <a:t>归属：知识管理组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栈桥知识库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栈桥知识库 75 天无人引用即进入复审。</a:t>
            </a:r>
          </a:p>
          <a:p>
            <a:pPr>
              <a:defRPr sz="1600"/>
            </a:pPr>
            <a:r>
              <a:t>代号 KM-07 的口径以内部资料为准</a:t>
            </a:r>
          </a:p>
          <a:p>
            <a:pPr>
              <a:defRPr sz="1600"/>
            </a:pPr>
            <a:r>
              <a:t>不要回答普通文档生命周期管理。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