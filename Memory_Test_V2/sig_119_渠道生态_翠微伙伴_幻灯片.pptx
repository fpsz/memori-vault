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翠微伙伴（CHN-11）项目概览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负责人：秦若</a:t>
            </a:r>
          </a:p>
          <a:p>
            <a:pPr>
              <a:defRPr sz="1600"/>
            </a:pPr>
            <a:r>
              <a:t>归属：渠道生态部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翠微伙伴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翠微伙伴金级需 5 次成功交付、黑松级需 9 次。</a:t>
            </a:r>
          </a:p>
          <a:p>
            <a:pPr>
              <a:defRPr sz="1600"/>
            </a:pPr>
            <a:r>
              <a:t>代号 CHN-11 的口径以内部资料为准</a:t>
            </a:r>
          </a:p>
          <a:p>
            <a:pPr>
              <a:defRPr sz="1600"/>
            </a:pPr>
            <a:r>
              <a:t>不要按销售额或返点比例回答。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