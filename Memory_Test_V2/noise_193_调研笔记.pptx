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调研笔记：竞品功能走查与可借鉴点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