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石竹梯队（HR-22）项目概览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负责人：赵闻笛</a:t>
            </a:r>
          </a:p>
          <a:p>
            <a:pPr>
              <a:defRPr sz="1600"/>
            </a:pPr>
            <a:r>
              <a:t>归属：组织发展部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石竹梯队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石竹梯队 L3 名额上限 14 人，技术序列最多 6 人。</a:t>
            </a:r>
          </a:p>
          <a:p>
            <a:pPr>
              <a:defRPr sz="1600"/>
            </a:pPr>
            <a:r>
              <a:t>代号 HR-22 的口径以内部资料为准</a:t>
            </a:r>
          </a:p>
          <a:p>
            <a:pPr>
              <a:defRPr sz="1600"/>
            </a:pPr>
            <a:r>
              <a:t>不要写成通用绩效评分或团队规模决定晋升。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