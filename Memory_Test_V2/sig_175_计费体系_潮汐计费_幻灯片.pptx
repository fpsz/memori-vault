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潮汐计费（BILL-61）项目概览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负责人：范晓</a:t>
            </a:r>
          </a:p>
          <a:p>
            <a:pPr>
              <a:defRPr sz="1600"/>
            </a:pPr>
            <a:r>
              <a:t>归属：计费平台组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潮汐计费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潮汐计费对账差异超 0.3 元即冻结出账。</a:t>
            </a:r>
          </a:p>
          <a:p>
            <a:pPr>
              <a:defRPr sz="1600"/>
            </a:pPr>
            <a:r>
              <a:t>代号 BILL-61 的口径以内部资料为准</a:t>
            </a:r>
          </a:p>
          <a:p>
            <a:pPr>
              <a:defRPr sz="1600"/>
            </a:pPr>
            <a:r>
              <a:t>不要按通用千分比容忍度回答。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