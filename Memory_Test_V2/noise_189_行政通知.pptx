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行政通知：关于办公区门禁与工位调整的说明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