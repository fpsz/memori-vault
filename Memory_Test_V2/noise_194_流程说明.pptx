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流程说明：报销与差旅申请操作指引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【虚构内部测试资料】本文件仅用于 Memori-Vault 本地检索评测，不含真实机密。</a:t>
            </a:r>
          </a:p>
          <a:p>
            <a:pPr>
              <a:defRPr sz="1600"/>
            </a:pPr>
            <a:r>
              <a:t>相关同事如有疑问，请走对应流程提单，不在本文展开。</a:t>
            </a:r>
          </a:p>
          <a:p>
            <a:pPr>
              <a:defRPr sz="1600"/>
            </a:pPr>
            <a:r>
              <a:t>如与具体项目制度冲突，以对应项目的正式资料为准。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