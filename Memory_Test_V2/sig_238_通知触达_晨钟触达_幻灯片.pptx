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晨钟触达（NOTI-77）项目概览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负责人：上官岚</a:t>
            </a:r>
          </a:p>
          <a:p>
            <a:pPr>
              <a:defRPr sz="1600"/>
            </a:pPr>
            <a:r>
              <a:t>归属：触达平台组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晨钟触达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晨钟触达营销推送限 9:00 至 21:00。</a:t>
            </a:r>
          </a:p>
          <a:p>
            <a:pPr>
              <a:defRPr sz="1600"/>
            </a:pPr>
            <a:r>
              <a:t>代号 NOTI-77 的口径以内部资料为准</a:t>
            </a:r>
          </a:p>
          <a:p>
            <a:pPr>
              <a:defRPr sz="1600"/>
            </a:pPr>
            <a:r>
              <a:t>不要按通用全天可推送回答。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