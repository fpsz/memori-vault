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和声客服（CC-39）项目概览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负责人：向晚</a:t>
            </a:r>
          </a:p>
          <a:p>
            <a:pPr>
              <a:defRPr sz="1600"/>
            </a:pPr>
            <a:r>
              <a:t>归属：客服中台组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和声客服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和声客服机器人首解率目标为 68%。</a:t>
            </a:r>
          </a:p>
          <a:p>
            <a:pPr>
              <a:defRPr sz="1600"/>
            </a:pPr>
            <a:r>
              <a:t>代号 CC-39 的口径以内部资料为准</a:t>
            </a:r>
          </a:p>
          <a:p>
            <a:pPr>
              <a:defRPr sz="1600"/>
            </a:pPr>
            <a:r>
              <a:t>不要按通用关键词触发转人工回答。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