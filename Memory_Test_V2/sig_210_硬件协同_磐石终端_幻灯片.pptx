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磐石终端（HW-55）项目概览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负责人：聂川</a:t>
            </a:r>
          </a:p>
          <a:p>
            <a:pPr>
              <a:defRPr sz="1600"/>
            </a:pPr>
            <a:r>
              <a:t>归属：硬件协同组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磐石终端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磐石终端固件灰度需 50 台工程机跑满 48 小时。</a:t>
            </a:r>
          </a:p>
          <a:p>
            <a:pPr>
              <a:defRPr sz="1600"/>
            </a:pPr>
            <a:r>
              <a:t>代号 HW-55 的口径以内部资料为准</a:t>
            </a:r>
          </a:p>
          <a:p>
            <a:pPr>
              <a:defRPr sz="1600"/>
            </a:pPr>
            <a:r>
              <a:t>不要按通用手机 500 次电池循环回答。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